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15 seconds. 'We are team Parivartan: Mithun, Kundan, Huzefa and Nithya. Agents now read your email and hold real tools. Provenant is the thing that sits between the two.'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The threat model (docs/THREAT_MODEL.md, T1 to T16) names what's at risk and who attacks. Prompt injection is not a model bug you can patch: any text the agent reads can carry instructions. Three doors: inbox, web/documents, MCP tool results and definitions. Most projects add a smarter prompt or a classifier, which puts the security boundary inside the thing being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Same email, same gullible agent, two worlds. We do not rely on the model refusing; we assume it obeys. Without Provenant the invoices leave. With it, the send is denied because the address came from the email, and the user gets a call. Hand over to P2: 'So how can that DENY be guaranteed, when the model already obeyed?'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60 seconds. The decision isn't made by a model. Three ways in: MCP clients through our proxy, Claude Code through its hooks, and our own gated tool server. All call the same Guard.check, written in plain Python. Three answers: ALLOW runs once under a single-use grant tied to that exact call; DENY never reaches the tool; REQUIRE APPROVAL waits for a person. It fails closed. The loop at the bottom matters most: reading a malicious email changes what the agent is allowed to do next. An optional advisory model exists but can only escalate, never allow.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60 seconds. Pick two checks to explain, not all six: provenance (the reason the phishing send is denied) and single-use grants (an approved call can't be replayed or swapped). On the right: no code changes for the user. We ran real Claude Code with permission checks switched off, told it to delete everything and read .env, and the hook blocked both. Then: 'Enough slides. Mithun will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90 seconds. Switch to the laptop. Follow docs/DEMO_RUNBOOK.md. If the phone does not ring within 20 seconds, say the call is queued, show provenant mail call-status, and move on. Fallback: the 45-second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40 seconds. Numbers come from python evals/run_eval.py, rerun today. Each square is one attack: 225 across 18 categories, every one DENY (green) or REQUIRE_APPROVAL (amber), never ALLOW. 53 legitimate actions all allowed: no false positives. Round 2: we red-teamed ourselves and found 41 gaps, all fixed. Proxy overhead per call is roughly 15 to 25 ms depending on the machine. Bonus: the gated tool server shapes output, so on our 15-step benchmark tool-result tokens fell 72% (52,432 to 14,541), task still completed; one scripted workload, tokens estimated. Then read the limits strip out loud before the judges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30 seconds. Don't read all eight. Say: 'Here is every judging criterion and the slide where we proved it.' Point at 02 (before and after, live) and 06 (fails closed, local-first, limits stated). Close: 'Assume the model will obey anything, and keep the world safe anyway. Happy to take questions.' Q&amp;A bank: team/QA_BANK.md.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Provenant title: the firewall between AI agents and their tools. Team Parivartan: Mithun, Kundan, Huzefa, Nithy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The threat: any text your agent reads can give it orders. A phishing email with a hidden instruction for the A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Before and after: without Provenant the invoices are sent; with Provenant the send is denied and the phone ring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Architecture: MCP clients, Claude Code and the gated tool server all pass one deterministic gate that returns ALLOW, REQUIRE APPROVAL or DEN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Six deterministic checks, and real Claude Code with permissions bypassed blocked from rm -rf and reading .en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Live demo in three steps: mail demo flags HIGH and denies, mail demo --call rings the phone, check rm -rf is deni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Evaluation: 225 of 225 attacks contained, 53 of 53 legitimate actions allowed, 9 of 9 live checks, 235 tests, 72 percent fewer tool-result tokens, 0.15 ms decisions, 41 self-found gaps fix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How each of the eight judging criteria is met, with the slide that prove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Provenant: the firewall for AI agents</dc:title>
  <dc:subject>PptxGenJS Presentation</dc:subject>
  <dc:creator>Team Parivartan</dc:creator>
  <cp:lastModifiedBy>Team Parivartan</cp:lastModifiedBy>
  <cp:revision>1</cp:revision>
  <dcterms:created xsi:type="dcterms:W3CDTF">2026-10-30T23:41:10Z</dcterms:created>
  <dcterms:modified xsi:type="dcterms:W3CDTF">2026-10-30T23:41:10Z</dcterms:modified>
</cp:coreProperties>
</file>